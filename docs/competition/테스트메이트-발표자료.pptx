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competition\assets\slides\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competition\assets\slides\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competition\assets\slides\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competition\assets\slides\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competition\assets\slides\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신경섭\Desktop\project\agent-test-forage\docs\competition\assets\slides\slid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2026-09-01T05:47:26Z</dcterms:created>
  <dcterms:modified xsi:type="dcterms:W3CDTF">2026-09-01T05:47:26Z</dcterms:modified>
</cp:coreProperties>
</file>